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66"/>
    <a:srgbClr val="FABC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>
        <p:scale>
          <a:sx n="60" d="100"/>
          <a:sy n="60" d="100"/>
        </p:scale>
        <p:origin x="114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7:46:39.198"/>
    </inkml:context>
    <inkml:brush xml:id="br0">
      <inkml:brushProperty name="width" value="0.05" units="cm"/>
      <inkml:brushProperty name="height" value="0.3" units="cm"/>
      <inkml:brushProperty name="color" value="#849398"/>
      <inkml:brushProperty name="ignorePressure" value="1"/>
      <inkml:brushProperty name="inkEffects" value="pencil"/>
    </inkml:brush>
  </inkml:definitions>
  <inkml:trace contextRef="#ctx0" brushRef="#br0">266 181,'0'0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47:29.88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0,'0'11498,"0"-11476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48:05.61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0,'0'10072,"0"-10034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48:15.65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3203,'0'-3164,"0"3125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48:31.59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11016 7154,'-10992'-7138,"10969"7123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48:48.90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27118 0,'-27069'0,"27021"0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49:02.94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1,'6213'0,"-6165"0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49:14.63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3971 0,'-3945'1358,"3919"-1349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49:52.30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9247,'0'-9215,"0"9183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50:10.99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5148 5331,'-5095'-5276,"5042"5221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53:52.26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1 0,'9008'2584,"-8981"-2577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2-12T18:54:33.244"/>
    </inkml:context>
    <inkml:brush xml:id="br0">
      <inkml:brushProperty name="width" value="0.2" units="cm"/>
      <inkml:brushProperty name="height" value="0.2" units="cm"/>
      <inkml:brushProperty name="ignorePressure" value="1"/>
    </inkml:brush>
  </inkml:definitions>
  <inkml:trace contextRef="#ctx0" brushRef="#br0">0 1121,'3224'-1110,"-3192"1099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284CD34-7B75-3038-624A-9BC7C608E6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6A59314-4AFF-C690-1AB8-AC8406F79E4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F58EE3E-ED3A-7A34-AB75-8FBAD8E691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DDD8DA1-7CEB-5DE1-FE65-DAEBE77648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E1873B-46B0-E86F-92D4-90B91079CA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901042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1A920D-81BD-48D1-91B5-A8FDAF3EC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5B2C86D-3370-6DAA-F939-692E861AAB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23615C3-984A-F3CC-9A90-D12138E3E0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4F0F11-A121-77E9-E13A-500B5D936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9FCFBF8-DCC2-808D-3DDE-D78663D8F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084114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89CFCC-271E-7D59-7C6F-6EFC9668E1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068B31-0460-5E0B-184F-16F169CE62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052C5F6-17DD-EF7E-2098-3158FFEEC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EA1CFC-9D03-B1C8-49EF-E9E9AE566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85A08D-EC99-7FFD-7AD5-9DA9D8052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761201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BC0F4B8-0902-1D8B-D894-C9C8905CE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B397FD9-E622-30F9-296D-1917158459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8EFB504-2B88-9BDF-800E-5C62C91EA3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0C708EC-7595-D33B-AF22-4DB77C66E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9A13244-C1E7-5828-6FBB-92CF28F2B1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C26BD74-527B-1C23-894C-C73FADCCD5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24783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2667D08-E83E-B655-2DC5-897AE3E83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EA1CEABF-6ED7-0519-2A06-134F8B1A05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EDACB5C7-7B48-B1C5-7F5F-C350BA299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6954ACA9-EF1C-E97E-65C6-17298F6855C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E1C401D-6741-A4E8-D068-204FA1B3EF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9F88CD91-CC7D-E922-3596-0E74CD6C7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511C02-7C96-84D9-4696-323E3797E7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CF7B7F1-38E2-1982-DA78-47FDB0D6BE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03101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A15BF9-D13A-C6B8-603F-3479C8D8A1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D8D5382-2AA8-9ACC-AD2B-B4B44C16A5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313176ED-ECEB-3A5E-431B-92D4C416CA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43D83984-EB08-A6F8-59E6-C330FFF8E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050266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8D2C5A54-8B3E-28A0-3FDC-11E3BC1FF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0417BA20-07E3-5EC8-5481-846D050BF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434E786-CE59-F3DC-F73F-C407B3A0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520870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85D3585-83BA-598A-D975-07EA8F0CD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3FE9A0-19D7-650E-D96A-7922318527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31CB648-F1DA-A54A-6922-DE49A6DCB4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D37CF63-5920-6A9C-C4EC-508FCBE76D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C46F69C-B6A9-BB07-A7B5-B13016B302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E9AB6C5-E703-6951-685A-88D7655D1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76387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8C0A86-4BE5-B985-087A-5B6B3408E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70A872D-6055-F39A-FCB4-E10807B1101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 dirty="0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C9F5B949-1119-E0F9-A1A3-29C24695E4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F128037-D710-90F4-12B9-BF7CD6346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F078080-0C9A-076E-10B6-470DF1F32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E661B36-73D3-170A-CD87-986209A666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3525174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A66258-E9DC-4E9B-A99B-1D3AFA692A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CDA8B258-18A9-C6AC-C122-4D122E2F0C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E6240D1-5E2A-F5B0-D691-ED9E0EEEA0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45E1C9-091C-E854-50A7-B9347DCC8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CA1A61A-5CC6-90F2-FAA9-06CFFB1265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6622662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D3761E5-C298-565D-4947-5A9C5A16B32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C61269D-85CB-C878-6800-21CC8F5F74E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1146961-F2F5-0B36-B339-2476981A5B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89FF09A-A80D-9424-ABD9-8246D994A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F8586B3-3621-0D01-E2E1-3B094B7965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793494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12BBB74-34EE-C240-43F3-D7F11B7448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640E709-5E0D-910E-3C97-3B907DF5B6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A12286C-99EA-8F9E-A90F-2B297DCD4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5B0A5C-C98A-44B1-8FD6-44CBB46F4406}" type="datetimeFigureOut">
              <a:rPr lang="pt-BR" smtClean="0"/>
              <a:t>12/02/2026</a:t>
            </a:fld>
            <a:endParaRPr lang="pt-BR" dirty="0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CCC3878-92DB-E6C6-5FE8-22C59B1F03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6EA7E12-3D47-6E73-882A-6897B20712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3C380D-011D-4392-A0E5-F9D8E3485E2B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1366069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" Type="http://schemas.openxmlformats.org/officeDocument/2006/relationships/image" Target="../media/image1.png"/><Relationship Id="rId21" Type="http://schemas.openxmlformats.org/officeDocument/2006/relationships/image" Target="../media/image10.png"/><Relationship Id="rId7" Type="http://schemas.openxmlformats.org/officeDocument/2006/relationships/image" Target="../media/image3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25" Type="http://schemas.openxmlformats.org/officeDocument/2006/relationships/image" Target="../media/image12.png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customXml" Target="../ink/ink10.xml"/><Relationship Id="rId1" Type="http://schemas.openxmlformats.org/officeDocument/2006/relationships/slideLayout" Target="../slideLayouts/slideLayout1.xml"/><Relationship Id="rId6" Type="http://schemas.openxmlformats.org/officeDocument/2006/relationships/customXml" Target="../ink/ink3.xml"/><Relationship Id="rId11" Type="http://schemas.openxmlformats.org/officeDocument/2006/relationships/image" Target="../media/image5.png"/><Relationship Id="rId24" Type="http://schemas.openxmlformats.org/officeDocument/2006/relationships/customXml" Target="../ink/ink12.xml"/><Relationship Id="rId5" Type="http://schemas.openxmlformats.org/officeDocument/2006/relationships/image" Target="../media/image2.png"/><Relationship Id="rId15" Type="http://schemas.openxmlformats.org/officeDocument/2006/relationships/image" Target="../media/image7.png"/><Relationship Id="rId23" Type="http://schemas.openxmlformats.org/officeDocument/2006/relationships/image" Target="../media/image11.png"/><Relationship Id="rId10" Type="http://schemas.openxmlformats.org/officeDocument/2006/relationships/customXml" Target="../ink/ink5.xml"/><Relationship Id="rId19" Type="http://schemas.openxmlformats.org/officeDocument/2006/relationships/image" Target="../media/image9.png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4" Type="http://schemas.openxmlformats.org/officeDocument/2006/relationships/customXml" Target="../ink/ink7.xml"/><Relationship Id="rId22" Type="http://schemas.openxmlformats.org/officeDocument/2006/relationships/customXml" Target="../ink/ink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xmlns:aink="http://schemas.microsoft.com/office/drawing/2016/ink" Requires="p14 aink">
          <p:contentPart p14:bwMode="auto" r:id="rId2">
            <p14:nvContentPartPr>
              <p14:cNvPr id="59" name="Tinta 58">
                <a:extLst>
                  <a:ext uri="{FF2B5EF4-FFF2-40B4-BE49-F238E27FC236}">
                    <a16:creationId xmlns:a16="http://schemas.microsoft.com/office/drawing/2014/main" id="{E753BB7C-3235-1E8E-9094-7C1C2B40FBCD}"/>
                  </a:ext>
                </a:extLst>
              </p14:cNvPr>
              <p14:cNvContentPartPr/>
              <p14:nvPr/>
            </p14:nvContentPartPr>
            <p14:xfrm>
              <a:off x="13046765" y="4203403"/>
              <a:ext cx="1260000" cy="720000"/>
            </p14:xfrm>
          </p:contentPart>
        </mc:Choice>
        <mc:Fallback>
          <p:pic>
            <p:nvPicPr>
              <p:cNvPr id="59" name="Tinta 58">
                <a:extLst>
                  <a:ext uri="{FF2B5EF4-FFF2-40B4-BE49-F238E27FC236}">
                    <a16:creationId xmlns:a16="http://schemas.microsoft.com/office/drawing/2014/main" id="{E753BB7C-3235-1E8E-9094-7C1C2B40FBC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18453235" y="-103796597"/>
                <a:ext cx="63000000" cy="21600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29" name="Tinta 128">
                <a:extLst>
                  <a:ext uri="{FF2B5EF4-FFF2-40B4-BE49-F238E27FC236}">
                    <a16:creationId xmlns:a16="http://schemas.microsoft.com/office/drawing/2014/main" id="{EC060E6C-ACD0-D829-CBB6-8F1D58961D8A}"/>
                  </a:ext>
                </a:extLst>
              </p14:cNvPr>
              <p14:cNvContentPartPr/>
              <p14:nvPr/>
            </p14:nvContentPartPr>
            <p14:xfrm>
              <a:off x="6412800" y="866173"/>
              <a:ext cx="360" cy="4147560"/>
            </p14:xfrm>
          </p:contentPart>
        </mc:Choice>
        <mc:Fallback>
          <p:pic>
            <p:nvPicPr>
              <p:cNvPr id="129" name="Tinta 128">
                <a:extLst>
                  <a:ext uri="{FF2B5EF4-FFF2-40B4-BE49-F238E27FC236}">
                    <a16:creationId xmlns:a16="http://schemas.microsoft.com/office/drawing/2014/main" id="{EC060E6C-ACD0-D829-CBB6-8F1D58961D8A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376800" y="830173"/>
                <a:ext cx="72000" cy="421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31" name="Tinta 130">
                <a:extLst>
                  <a:ext uri="{FF2B5EF4-FFF2-40B4-BE49-F238E27FC236}">
                    <a16:creationId xmlns:a16="http://schemas.microsoft.com/office/drawing/2014/main" id="{C57D48AE-53D8-ABDE-2F16-72FD5D7652B4}"/>
                  </a:ext>
                </a:extLst>
              </p14:cNvPr>
              <p14:cNvContentPartPr/>
              <p14:nvPr/>
            </p14:nvContentPartPr>
            <p14:xfrm>
              <a:off x="958440" y="914053"/>
              <a:ext cx="360" cy="3639960"/>
            </p14:xfrm>
          </p:contentPart>
        </mc:Choice>
        <mc:Fallback>
          <p:pic>
            <p:nvPicPr>
              <p:cNvPr id="131" name="Tinta 130">
                <a:extLst>
                  <a:ext uri="{FF2B5EF4-FFF2-40B4-BE49-F238E27FC236}">
                    <a16:creationId xmlns:a16="http://schemas.microsoft.com/office/drawing/2014/main" id="{C57D48AE-53D8-ABDE-2F16-72FD5D7652B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22440" y="878053"/>
                <a:ext cx="72000" cy="3711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32" name="Tinta 131">
                <a:extLst>
                  <a:ext uri="{FF2B5EF4-FFF2-40B4-BE49-F238E27FC236}">
                    <a16:creationId xmlns:a16="http://schemas.microsoft.com/office/drawing/2014/main" id="{AF62C85E-EDBF-93ED-F84F-7E7AD0E840DB}"/>
                  </a:ext>
                </a:extLst>
              </p14:cNvPr>
              <p14:cNvContentPartPr/>
              <p14:nvPr/>
            </p14:nvContentPartPr>
            <p14:xfrm>
              <a:off x="10960680" y="3386173"/>
              <a:ext cx="360" cy="1153440"/>
            </p14:xfrm>
          </p:contentPart>
        </mc:Choice>
        <mc:Fallback>
          <p:pic>
            <p:nvPicPr>
              <p:cNvPr id="132" name="Tinta 131">
                <a:extLst>
                  <a:ext uri="{FF2B5EF4-FFF2-40B4-BE49-F238E27FC236}">
                    <a16:creationId xmlns:a16="http://schemas.microsoft.com/office/drawing/2014/main" id="{AF62C85E-EDBF-93ED-F84F-7E7AD0E840DB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0925040" y="3350173"/>
                <a:ext cx="72000" cy="1225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3" name="Tinta 132">
                <a:extLst>
                  <a:ext uri="{FF2B5EF4-FFF2-40B4-BE49-F238E27FC236}">
                    <a16:creationId xmlns:a16="http://schemas.microsoft.com/office/drawing/2014/main" id="{2949FE41-459C-6931-BC40-39B1835D3964}"/>
                  </a:ext>
                </a:extLst>
              </p14:cNvPr>
              <p14:cNvContentPartPr/>
              <p14:nvPr/>
            </p14:nvContentPartPr>
            <p14:xfrm>
              <a:off x="6795840" y="555853"/>
              <a:ext cx="3965760" cy="2575440"/>
            </p14:xfrm>
          </p:contentPart>
        </mc:Choice>
        <mc:Fallback>
          <p:pic>
            <p:nvPicPr>
              <p:cNvPr id="133" name="Tinta 132">
                <a:extLst>
                  <a:ext uri="{FF2B5EF4-FFF2-40B4-BE49-F238E27FC236}">
                    <a16:creationId xmlns:a16="http://schemas.microsoft.com/office/drawing/2014/main" id="{2949FE41-459C-6931-BC40-39B1835D396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6760200" y="520213"/>
                <a:ext cx="4037400" cy="264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34" name="Tinta 133">
                <a:extLst>
                  <a:ext uri="{FF2B5EF4-FFF2-40B4-BE49-F238E27FC236}">
                    <a16:creationId xmlns:a16="http://schemas.microsoft.com/office/drawing/2014/main" id="{0E668958-54E3-DED9-A380-A8A0F4C465AB}"/>
                  </a:ext>
                </a:extLst>
              </p14:cNvPr>
              <p14:cNvContentPartPr/>
              <p14:nvPr/>
            </p14:nvContentPartPr>
            <p14:xfrm>
              <a:off x="1194240" y="587533"/>
              <a:ext cx="9762480" cy="360"/>
            </p14:xfrm>
          </p:contentPart>
        </mc:Choice>
        <mc:Fallback>
          <p:pic>
            <p:nvPicPr>
              <p:cNvPr id="134" name="Tinta 133">
                <a:extLst>
                  <a:ext uri="{FF2B5EF4-FFF2-40B4-BE49-F238E27FC236}">
                    <a16:creationId xmlns:a16="http://schemas.microsoft.com/office/drawing/2014/main" id="{0E668958-54E3-DED9-A380-A8A0F4C465A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158600" y="551533"/>
                <a:ext cx="983412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35" name="Tinta 134">
                <a:extLst>
                  <a:ext uri="{FF2B5EF4-FFF2-40B4-BE49-F238E27FC236}">
                    <a16:creationId xmlns:a16="http://schemas.microsoft.com/office/drawing/2014/main" id="{0DFF170B-8675-2800-588B-15DB138C2683}"/>
                  </a:ext>
                </a:extLst>
              </p14:cNvPr>
              <p14:cNvContentPartPr/>
              <p14:nvPr/>
            </p14:nvContentPartPr>
            <p14:xfrm>
              <a:off x="1683840" y="6378493"/>
              <a:ext cx="2254320" cy="360"/>
            </p14:xfrm>
          </p:contentPart>
        </mc:Choice>
        <mc:Fallback>
          <p:pic>
            <p:nvPicPr>
              <p:cNvPr id="135" name="Tinta 134">
                <a:extLst>
                  <a:ext uri="{FF2B5EF4-FFF2-40B4-BE49-F238E27FC236}">
                    <a16:creationId xmlns:a16="http://schemas.microsoft.com/office/drawing/2014/main" id="{0DFF170B-8675-2800-588B-15DB138C268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648200" y="6342853"/>
                <a:ext cx="2325960" cy="72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36" name="Tinta 135">
                <a:extLst>
                  <a:ext uri="{FF2B5EF4-FFF2-40B4-BE49-F238E27FC236}">
                    <a16:creationId xmlns:a16="http://schemas.microsoft.com/office/drawing/2014/main" id="{03107C9E-A3E3-3C30-7550-AF4E70F2DDD1}"/>
                  </a:ext>
                </a:extLst>
              </p14:cNvPr>
              <p14:cNvContentPartPr/>
              <p14:nvPr/>
            </p14:nvContentPartPr>
            <p14:xfrm>
              <a:off x="9321847" y="5020481"/>
              <a:ext cx="1429920" cy="492480"/>
            </p14:xfrm>
          </p:contentPart>
        </mc:Choice>
        <mc:Fallback>
          <p:pic>
            <p:nvPicPr>
              <p:cNvPr id="136" name="Tinta 135">
                <a:extLst>
                  <a:ext uri="{FF2B5EF4-FFF2-40B4-BE49-F238E27FC236}">
                    <a16:creationId xmlns:a16="http://schemas.microsoft.com/office/drawing/2014/main" id="{03107C9E-A3E3-3C30-7550-AF4E70F2DDD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9285847" y="4984481"/>
                <a:ext cx="1501560" cy="56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37" name="Tinta 136">
                <a:extLst>
                  <a:ext uri="{FF2B5EF4-FFF2-40B4-BE49-F238E27FC236}">
                    <a16:creationId xmlns:a16="http://schemas.microsoft.com/office/drawing/2014/main" id="{28956A1E-CB69-1AD6-077A-825FF462D7C0}"/>
                  </a:ext>
                </a:extLst>
              </p14:cNvPr>
              <p14:cNvContentPartPr/>
              <p14:nvPr/>
            </p14:nvContentPartPr>
            <p14:xfrm>
              <a:off x="3834480" y="2622613"/>
              <a:ext cx="360" cy="3329280"/>
            </p14:xfrm>
          </p:contentPart>
        </mc:Choice>
        <mc:Fallback>
          <p:pic>
            <p:nvPicPr>
              <p:cNvPr id="137" name="Tinta 136">
                <a:extLst>
                  <a:ext uri="{FF2B5EF4-FFF2-40B4-BE49-F238E27FC236}">
                    <a16:creationId xmlns:a16="http://schemas.microsoft.com/office/drawing/2014/main" id="{28956A1E-CB69-1AD6-077A-825FF462D7C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798840" y="2586613"/>
                <a:ext cx="72000" cy="340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8" name="Tinta 137">
                <a:extLst>
                  <a:ext uri="{FF2B5EF4-FFF2-40B4-BE49-F238E27FC236}">
                    <a16:creationId xmlns:a16="http://schemas.microsoft.com/office/drawing/2014/main" id="{E2FC4341-C315-D525-76D7-D7F2A2C6DFB3}"/>
                  </a:ext>
                </a:extLst>
              </p14:cNvPr>
              <p14:cNvContentPartPr/>
              <p14:nvPr/>
            </p14:nvContentPartPr>
            <p14:xfrm rot="21348882">
              <a:off x="1481160" y="792013"/>
              <a:ext cx="1853640" cy="1919520"/>
            </p14:xfrm>
          </p:contentPart>
        </mc:Choice>
        <mc:Fallback>
          <p:pic>
            <p:nvPicPr>
              <p:cNvPr id="138" name="Tinta 137">
                <a:extLst>
                  <a:ext uri="{FF2B5EF4-FFF2-40B4-BE49-F238E27FC236}">
                    <a16:creationId xmlns:a16="http://schemas.microsoft.com/office/drawing/2014/main" id="{E2FC4341-C315-D525-76D7-D7F2A2C6DFB3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 rot="21348882">
                <a:off x="1445160" y="756013"/>
                <a:ext cx="1925280" cy="1991160"/>
              </a:xfrm>
              <a:prstGeom prst="rect">
                <a:avLst/>
              </a:prstGeom>
            </p:spPr>
          </p:pic>
        </mc:Fallback>
      </mc:AlternateContent>
      <p:sp>
        <p:nvSpPr>
          <p:cNvPr id="96" name="Fluxograma: Decisão 95">
            <a:extLst>
              <a:ext uri="{FF2B5EF4-FFF2-40B4-BE49-F238E27FC236}">
                <a16:creationId xmlns:a16="http://schemas.microsoft.com/office/drawing/2014/main" id="{C3821289-C2B4-4180-CB64-FA763672B242}"/>
              </a:ext>
            </a:extLst>
          </p:cNvPr>
          <p:cNvSpPr/>
          <p:nvPr/>
        </p:nvSpPr>
        <p:spPr>
          <a:xfrm>
            <a:off x="5466000" y="4779022"/>
            <a:ext cx="1764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trabalha</a:t>
            </a:r>
          </a:p>
        </p:txBody>
      </p:sp>
      <p:sp>
        <p:nvSpPr>
          <p:cNvPr id="95" name="Fluxograma: Decisão 94">
            <a:extLst>
              <a:ext uri="{FF2B5EF4-FFF2-40B4-BE49-F238E27FC236}">
                <a16:creationId xmlns:a16="http://schemas.microsoft.com/office/drawing/2014/main" id="{ABCEF3F7-89D2-5C5C-21BE-823FFD5E2B0A}"/>
              </a:ext>
            </a:extLst>
          </p:cNvPr>
          <p:cNvSpPr/>
          <p:nvPr/>
        </p:nvSpPr>
        <p:spPr>
          <a:xfrm>
            <a:off x="2867464" y="2312564"/>
            <a:ext cx="1908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instalado</a:t>
            </a:r>
          </a:p>
        </p:txBody>
      </p:sp>
      <p:sp>
        <p:nvSpPr>
          <p:cNvPr id="90" name="Fluxograma: Processo 89">
            <a:extLst>
              <a:ext uri="{FF2B5EF4-FFF2-40B4-BE49-F238E27FC236}">
                <a16:creationId xmlns:a16="http://schemas.microsoft.com/office/drawing/2014/main" id="{B07287C5-47E5-3933-FDC0-2CF0615849A3}"/>
              </a:ext>
            </a:extLst>
          </p:cNvPr>
          <p:cNvSpPr/>
          <p:nvPr/>
        </p:nvSpPr>
        <p:spPr>
          <a:xfrm>
            <a:off x="5646000" y="53818"/>
            <a:ext cx="1332000" cy="792000"/>
          </a:xfrm>
          <a:prstGeom prst="flowChartProcess">
            <a:avLst/>
          </a:prstGeom>
          <a:solidFill>
            <a:srgbClr val="FF0066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bg1"/>
                </a:solidFill>
              </a:rPr>
              <a:t>Pedido</a:t>
            </a:r>
          </a:p>
        </p:txBody>
      </p:sp>
      <p:sp>
        <p:nvSpPr>
          <p:cNvPr id="100" name="Fluxograma: Decisão 99">
            <a:extLst>
              <a:ext uri="{FF2B5EF4-FFF2-40B4-BE49-F238E27FC236}">
                <a16:creationId xmlns:a16="http://schemas.microsoft.com/office/drawing/2014/main" id="{401FC850-553C-4F83-F6DC-583EF6BC3547}"/>
              </a:ext>
            </a:extLst>
          </p:cNvPr>
          <p:cNvSpPr/>
          <p:nvPr/>
        </p:nvSpPr>
        <p:spPr>
          <a:xfrm>
            <a:off x="8084109" y="291229"/>
            <a:ext cx="1656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contem</a:t>
            </a:r>
          </a:p>
        </p:txBody>
      </p:sp>
      <p:sp>
        <p:nvSpPr>
          <p:cNvPr id="89" name="Fluxograma: Processo 88">
            <a:extLst>
              <a:ext uri="{FF2B5EF4-FFF2-40B4-BE49-F238E27FC236}">
                <a16:creationId xmlns:a16="http://schemas.microsoft.com/office/drawing/2014/main" id="{0A9B001C-0532-525D-E639-04AC9F163B00}"/>
              </a:ext>
            </a:extLst>
          </p:cNvPr>
          <p:cNvSpPr/>
          <p:nvPr/>
        </p:nvSpPr>
        <p:spPr>
          <a:xfrm>
            <a:off x="10768424" y="199689"/>
            <a:ext cx="1332000" cy="792000"/>
          </a:xfrm>
          <a:prstGeom prst="flowChartProcess">
            <a:avLst/>
          </a:prstGeom>
          <a:solidFill>
            <a:srgbClr val="FF0066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bg1"/>
                </a:solidFill>
              </a:rPr>
              <a:t>Produto</a:t>
            </a:r>
          </a:p>
        </p:txBody>
      </p:sp>
      <p:sp>
        <p:nvSpPr>
          <p:cNvPr id="93" name="Fluxograma: Decisão 92">
            <a:extLst>
              <a:ext uri="{FF2B5EF4-FFF2-40B4-BE49-F238E27FC236}">
                <a16:creationId xmlns:a16="http://schemas.microsoft.com/office/drawing/2014/main" id="{3C986551-4BDE-16E9-9F79-1AACC3AB9966}"/>
              </a:ext>
            </a:extLst>
          </p:cNvPr>
          <p:cNvSpPr/>
          <p:nvPr/>
        </p:nvSpPr>
        <p:spPr>
          <a:xfrm>
            <a:off x="10258927" y="3014633"/>
            <a:ext cx="1476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realiza</a:t>
            </a:r>
          </a:p>
        </p:txBody>
      </p:sp>
      <p:sp>
        <p:nvSpPr>
          <p:cNvPr id="85" name="Fluxograma: Processo 84">
            <a:extLst>
              <a:ext uri="{FF2B5EF4-FFF2-40B4-BE49-F238E27FC236}">
                <a16:creationId xmlns:a16="http://schemas.microsoft.com/office/drawing/2014/main" id="{06FFD540-0B30-6155-88F3-5C6005648B2E}"/>
              </a:ext>
            </a:extLst>
          </p:cNvPr>
          <p:cNvSpPr/>
          <p:nvPr/>
        </p:nvSpPr>
        <p:spPr>
          <a:xfrm>
            <a:off x="10388109" y="4515153"/>
            <a:ext cx="1332000" cy="792000"/>
          </a:xfrm>
          <a:prstGeom prst="flowChartProcess">
            <a:avLst/>
          </a:prstGeom>
          <a:solidFill>
            <a:srgbClr val="FF0066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bg1"/>
                </a:solidFill>
              </a:rPr>
              <a:t>Cliente</a:t>
            </a:r>
          </a:p>
        </p:txBody>
      </p:sp>
      <p:sp>
        <p:nvSpPr>
          <p:cNvPr id="92" name="Fluxograma: Decisão 91">
            <a:extLst>
              <a:ext uri="{FF2B5EF4-FFF2-40B4-BE49-F238E27FC236}">
                <a16:creationId xmlns:a16="http://schemas.microsoft.com/office/drawing/2014/main" id="{9B03F290-428B-580C-1B34-4E081973EFFF}"/>
              </a:ext>
            </a:extLst>
          </p:cNvPr>
          <p:cNvSpPr/>
          <p:nvPr/>
        </p:nvSpPr>
        <p:spPr>
          <a:xfrm>
            <a:off x="5538000" y="1655482"/>
            <a:ext cx="1620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entrega</a:t>
            </a:r>
          </a:p>
        </p:txBody>
      </p:sp>
      <p:sp>
        <p:nvSpPr>
          <p:cNvPr id="91" name="Fluxograma: Processo 90">
            <a:extLst>
              <a:ext uri="{FF2B5EF4-FFF2-40B4-BE49-F238E27FC236}">
                <a16:creationId xmlns:a16="http://schemas.microsoft.com/office/drawing/2014/main" id="{FF34782C-F2FB-13B8-95CF-55887CB2E066}"/>
              </a:ext>
            </a:extLst>
          </p:cNvPr>
          <p:cNvSpPr/>
          <p:nvPr/>
        </p:nvSpPr>
        <p:spPr>
          <a:xfrm>
            <a:off x="248084" y="159472"/>
            <a:ext cx="1332000" cy="792000"/>
          </a:xfrm>
          <a:prstGeom prst="flowChartProcess">
            <a:avLst/>
          </a:prstGeom>
          <a:solidFill>
            <a:srgbClr val="FF0066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bg1"/>
                </a:solidFill>
              </a:rPr>
              <a:t>Restaurante</a:t>
            </a:r>
          </a:p>
        </p:txBody>
      </p:sp>
      <p:sp>
        <p:nvSpPr>
          <p:cNvPr id="99" name="Fluxograma: Decisão 98">
            <a:extLst>
              <a:ext uri="{FF2B5EF4-FFF2-40B4-BE49-F238E27FC236}">
                <a16:creationId xmlns:a16="http://schemas.microsoft.com/office/drawing/2014/main" id="{08B23A7A-31E6-1A99-4FB8-733EB6B53D02}"/>
              </a:ext>
            </a:extLst>
          </p:cNvPr>
          <p:cNvSpPr/>
          <p:nvPr/>
        </p:nvSpPr>
        <p:spPr>
          <a:xfrm>
            <a:off x="196516" y="1509017"/>
            <a:ext cx="1476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possui</a:t>
            </a:r>
          </a:p>
        </p:txBody>
      </p:sp>
      <p:sp>
        <p:nvSpPr>
          <p:cNvPr id="88" name="Fluxograma: Processo 87">
            <a:extLst>
              <a:ext uri="{FF2B5EF4-FFF2-40B4-BE49-F238E27FC236}">
                <a16:creationId xmlns:a16="http://schemas.microsoft.com/office/drawing/2014/main" id="{324890EB-B13A-0620-DF19-6048E017D5E4}"/>
              </a:ext>
            </a:extLst>
          </p:cNvPr>
          <p:cNvSpPr/>
          <p:nvPr/>
        </p:nvSpPr>
        <p:spPr>
          <a:xfrm>
            <a:off x="268516" y="2798978"/>
            <a:ext cx="1332000" cy="792000"/>
          </a:xfrm>
          <a:prstGeom prst="flowChartProcess">
            <a:avLst/>
          </a:prstGeom>
          <a:solidFill>
            <a:srgbClr val="FF0066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bg1"/>
                </a:solidFill>
              </a:rPr>
              <a:t>Funcionário</a:t>
            </a:r>
          </a:p>
        </p:txBody>
      </p:sp>
      <p:sp>
        <p:nvSpPr>
          <p:cNvPr id="98" name="Fluxograma: Decisão 97">
            <a:extLst>
              <a:ext uri="{FF2B5EF4-FFF2-40B4-BE49-F238E27FC236}">
                <a16:creationId xmlns:a16="http://schemas.microsoft.com/office/drawing/2014/main" id="{A584ACFA-0051-376A-DAB5-760A3D74ED2C}"/>
              </a:ext>
            </a:extLst>
          </p:cNvPr>
          <p:cNvSpPr/>
          <p:nvPr/>
        </p:nvSpPr>
        <p:spPr>
          <a:xfrm>
            <a:off x="334712" y="4234390"/>
            <a:ext cx="1260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mora</a:t>
            </a:r>
          </a:p>
        </p:txBody>
      </p:sp>
      <p:sp>
        <p:nvSpPr>
          <p:cNvPr id="97" name="Fluxograma: Decisão 96">
            <a:extLst>
              <a:ext uri="{FF2B5EF4-FFF2-40B4-BE49-F238E27FC236}">
                <a16:creationId xmlns:a16="http://schemas.microsoft.com/office/drawing/2014/main" id="{7C1CD65F-65E2-042F-19CD-1EC5718CDA77}"/>
              </a:ext>
            </a:extLst>
          </p:cNvPr>
          <p:cNvSpPr/>
          <p:nvPr/>
        </p:nvSpPr>
        <p:spPr>
          <a:xfrm>
            <a:off x="2909588" y="5961150"/>
            <a:ext cx="1872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pertence</a:t>
            </a:r>
          </a:p>
        </p:txBody>
      </p:sp>
      <p:sp>
        <p:nvSpPr>
          <p:cNvPr id="87" name="Fluxograma: Processo 86">
            <a:extLst>
              <a:ext uri="{FF2B5EF4-FFF2-40B4-BE49-F238E27FC236}">
                <a16:creationId xmlns:a16="http://schemas.microsoft.com/office/drawing/2014/main" id="{229D8A39-EC2F-F25C-39FE-F9756E002DAB}"/>
              </a:ext>
            </a:extLst>
          </p:cNvPr>
          <p:cNvSpPr/>
          <p:nvPr/>
        </p:nvSpPr>
        <p:spPr>
          <a:xfrm>
            <a:off x="457010" y="5961150"/>
            <a:ext cx="1332000" cy="792000"/>
          </a:xfrm>
          <a:prstGeom prst="flowChartProcess">
            <a:avLst/>
          </a:prstGeom>
          <a:solidFill>
            <a:srgbClr val="FF0066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bg1"/>
                </a:solidFill>
              </a:rPr>
              <a:t>Estado</a:t>
            </a:r>
          </a:p>
        </p:txBody>
      </p:sp>
      <p:sp>
        <p:nvSpPr>
          <p:cNvPr id="101" name="Fluxograma: Decisão 100">
            <a:extLst>
              <a:ext uri="{FF2B5EF4-FFF2-40B4-BE49-F238E27FC236}">
                <a16:creationId xmlns:a16="http://schemas.microsoft.com/office/drawing/2014/main" id="{3FF85B83-98D8-E4A7-5712-0582516138E5}"/>
              </a:ext>
            </a:extLst>
          </p:cNvPr>
          <p:cNvSpPr/>
          <p:nvPr/>
        </p:nvSpPr>
        <p:spPr>
          <a:xfrm>
            <a:off x="2602604" y="291229"/>
            <a:ext cx="1512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recebe</a:t>
            </a:r>
          </a:p>
        </p:txBody>
      </p:sp>
      <p:sp>
        <p:nvSpPr>
          <p:cNvPr id="84" name="Fluxograma: Processo 83">
            <a:extLst>
              <a:ext uri="{FF2B5EF4-FFF2-40B4-BE49-F238E27FC236}">
                <a16:creationId xmlns:a16="http://schemas.microsoft.com/office/drawing/2014/main" id="{21D08AB1-3AD7-1040-79B8-07223551CF8F}"/>
              </a:ext>
            </a:extLst>
          </p:cNvPr>
          <p:cNvSpPr/>
          <p:nvPr/>
        </p:nvSpPr>
        <p:spPr>
          <a:xfrm>
            <a:off x="5646000" y="3267022"/>
            <a:ext cx="1332000" cy="792000"/>
          </a:xfrm>
          <a:prstGeom prst="flowChartProcess">
            <a:avLst/>
          </a:prstGeom>
          <a:solidFill>
            <a:srgbClr val="FF0066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bg1"/>
                </a:solidFill>
              </a:rPr>
              <a:t>Entregador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0" name="Tinta 139">
                <a:extLst>
                  <a:ext uri="{FF2B5EF4-FFF2-40B4-BE49-F238E27FC236}">
                    <a16:creationId xmlns:a16="http://schemas.microsoft.com/office/drawing/2014/main" id="{1BC89BE3-6D20-9E5D-EB8A-4D33CE51F904}"/>
                  </a:ext>
                </a:extLst>
              </p14:cNvPr>
              <p14:cNvContentPartPr/>
              <p14:nvPr/>
            </p14:nvContentPartPr>
            <p14:xfrm>
              <a:off x="4325520" y="5200933"/>
              <a:ext cx="3253320" cy="933120"/>
            </p14:xfrm>
          </p:contentPart>
        </mc:Choice>
        <mc:Fallback>
          <p:pic>
            <p:nvPicPr>
              <p:cNvPr id="140" name="Tinta 139">
                <a:extLst>
                  <a:ext uri="{FF2B5EF4-FFF2-40B4-BE49-F238E27FC236}">
                    <a16:creationId xmlns:a16="http://schemas.microsoft.com/office/drawing/2014/main" id="{1BC89BE3-6D20-9E5D-EB8A-4D33CE51F904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289880" y="5164933"/>
                <a:ext cx="3324960" cy="100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2" name="Tinta 141">
                <a:extLst>
                  <a:ext uri="{FF2B5EF4-FFF2-40B4-BE49-F238E27FC236}">
                    <a16:creationId xmlns:a16="http://schemas.microsoft.com/office/drawing/2014/main" id="{9605EEC0-A216-D948-3885-809CD6311360}"/>
                  </a:ext>
                </a:extLst>
              </p14:cNvPr>
              <p14:cNvContentPartPr/>
              <p14:nvPr/>
            </p14:nvContentPartPr>
            <p14:xfrm>
              <a:off x="7592520" y="5721493"/>
              <a:ext cx="1172520" cy="403920"/>
            </p14:xfrm>
          </p:contentPart>
        </mc:Choice>
        <mc:Fallback>
          <p:pic>
            <p:nvPicPr>
              <p:cNvPr id="142" name="Tinta 141">
                <a:extLst>
                  <a:ext uri="{FF2B5EF4-FFF2-40B4-BE49-F238E27FC236}">
                    <a16:creationId xmlns:a16="http://schemas.microsoft.com/office/drawing/2014/main" id="{9605EEC0-A216-D948-3885-809CD6311360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7556520" y="5685493"/>
                <a:ext cx="1244160" cy="475560"/>
              </a:xfrm>
              <a:prstGeom prst="rect">
                <a:avLst/>
              </a:prstGeom>
            </p:spPr>
          </p:pic>
        </mc:Fallback>
      </mc:AlternateContent>
      <p:sp>
        <p:nvSpPr>
          <p:cNvPr id="94" name="Fluxograma: Decisão 93">
            <a:extLst>
              <a:ext uri="{FF2B5EF4-FFF2-40B4-BE49-F238E27FC236}">
                <a16:creationId xmlns:a16="http://schemas.microsoft.com/office/drawing/2014/main" id="{8852BB7E-565E-25C6-3ECF-BD8907B7EC18}"/>
              </a:ext>
            </a:extLst>
          </p:cNvPr>
          <p:cNvSpPr/>
          <p:nvPr/>
        </p:nvSpPr>
        <p:spPr>
          <a:xfrm>
            <a:off x="8336109" y="5266721"/>
            <a:ext cx="1404000" cy="720000"/>
          </a:xfrm>
          <a:prstGeom prst="flowChartDecision">
            <a:avLst/>
          </a:prstGeom>
          <a:solidFill>
            <a:srgbClr val="FABCEE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tx1"/>
                </a:solidFill>
              </a:rPr>
              <a:t>reside</a:t>
            </a:r>
          </a:p>
        </p:txBody>
      </p:sp>
      <p:sp>
        <p:nvSpPr>
          <p:cNvPr id="86" name="Fluxograma: Processo 85">
            <a:extLst>
              <a:ext uri="{FF2B5EF4-FFF2-40B4-BE49-F238E27FC236}">
                <a16:creationId xmlns:a16="http://schemas.microsoft.com/office/drawing/2014/main" id="{F1EF39F6-17D1-3B75-6C6D-C613704A26FC}"/>
              </a:ext>
            </a:extLst>
          </p:cNvPr>
          <p:cNvSpPr/>
          <p:nvPr/>
        </p:nvSpPr>
        <p:spPr>
          <a:xfrm>
            <a:off x="3262908" y="4546721"/>
            <a:ext cx="1260000" cy="720000"/>
          </a:xfrm>
          <a:prstGeom prst="flowChartProcess">
            <a:avLst/>
          </a:prstGeom>
          <a:solidFill>
            <a:srgbClr val="FF0066"/>
          </a:solidFill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500" dirty="0">
                <a:solidFill>
                  <a:schemeClr val="bg1"/>
                </a:solidFill>
              </a:rPr>
              <a:t>Cidade</a:t>
            </a:r>
          </a:p>
        </p:txBody>
      </p:sp>
    </p:spTree>
    <p:extLst>
      <p:ext uri="{BB962C8B-B14F-4D97-AF65-F5344CB8AC3E}">
        <p14:creationId xmlns:p14="http://schemas.microsoft.com/office/powerpoint/2010/main" val="271562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90</TotalTime>
  <Words>18</Words>
  <Application>Microsoft Office PowerPoint</Application>
  <PresentationFormat>Widescreen</PresentationFormat>
  <Paragraphs>18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Karimy Carvalho Alves</dc:creator>
  <cp:lastModifiedBy>Karimy Carvalho Alves</cp:lastModifiedBy>
  <cp:revision>2</cp:revision>
  <dcterms:created xsi:type="dcterms:W3CDTF">2026-02-12T17:24:53Z</dcterms:created>
  <dcterms:modified xsi:type="dcterms:W3CDTF">2026-02-12T18:55:42Z</dcterms:modified>
</cp:coreProperties>
</file>